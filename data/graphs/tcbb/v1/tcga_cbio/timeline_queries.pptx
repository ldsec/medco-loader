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(null)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97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02"/>
    <p:restoredTop sz="94654"/>
  </p:normalViewPr>
  <p:slideViewPr>
    <p:cSldViewPr snapToGrid="0" snapToObjects="1">
      <p:cViewPr>
        <p:scale>
          <a:sx n="89" d="100"/>
          <a:sy n="89" d="100"/>
        </p:scale>
        <p:origin x="2112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EDFB-7D64-2543-A4D0-47F846F00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B9B03-342C-4841-BBC7-44D0E2B76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51FBB-AFA0-B74B-893A-9E81E791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D356-612A-6F49-BEFA-8FA3C5FF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01285-E363-2747-8AF5-DD48561F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5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6D598-8B82-A446-A449-7BABF316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AA91-CF02-1944-AE18-37636CAF1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0147C-8796-714E-AB8F-9A30FC43C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ED7F3-4E81-F74F-84FA-EEBD9515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F7597-39AB-174A-ADCE-2F68E2FC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7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98BE8-F1ED-A249-9792-DEB8D95E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20D9F-1FC7-0041-99F5-F441F89C6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D236D-18F7-FB4D-A438-4C2D4909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5ED59-1B9A-9E46-ABE5-EBA4AE58A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A13B1-CFDC-0F45-B3E3-6EED5509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61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DE6D6-0E2B-914D-B803-4D72E768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C7B2A-D11B-CD41-8705-4253A8061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5F075-4192-B54C-AD35-C408A296D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6B3E0-948E-A343-B174-36036762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D1FC1-3F51-6B4E-ACD3-8B8B6D29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2DCFB-7EAE-3843-80D9-692DAE32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8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DB52C-646A-8349-9555-844F54AD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B0448-D78F-DB40-9073-136306B1F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FB24D-53D0-6D41-A0E2-81EFC7C09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7D7C2-B009-8A47-A4E3-67EE8B6F4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2FEFB7-9C9F-4A4E-95BA-E9BB4301A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2A7714-0779-424E-B341-D4ED5BFF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AA41F-D1C5-524C-B7ED-737C44052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63B77-0712-C54A-8E03-5C5EC5FB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94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8E5B-2404-D441-8C88-BD860D9E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C7173-4DF1-2543-AA8E-5FA9D9230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16E37-5D96-F948-8BD9-752F3AC9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E7F24-6940-F44E-82BA-5791468D8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32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C58662-D49E-6142-8D46-9C412B05B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10597-0A23-F349-B453-FC6A6A1F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72637-71D8-6442-83C7-1A53E449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22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E4CE-104E-1942-AE94-9FF3899C2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16CF-0C8B-F84B-BB5E-848EA3127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E8631-3A4C-3047-807F-55A06A5BE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62123-2F3E-D643-A6FF-E43CD602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9E035-D95E-2E41-87D7-4D068AA3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256D5-6810-DE43-A96C-E1023CCD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5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60C4-83E1-1941-B7C9-C573C48E9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2146B-DED9-8F4D-964B-F6D5AED4E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42E36-13AF-6E4F-9EDD-50DD071A7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08155-9020-3E49-9E54-4B94476C6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72894-707D-3448-9C50-2D76E965B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B73DA-6DF2-BD4E-8E45-75F3E4C3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25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7DCF8-2C16-3749-B727-98289495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69207-033B-804D-B7E2-E4AFD9482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F953A-6DDA-5B4A-925A-12F59D61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0468D-0CD7-E249-ADBB-0A10902A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F75D6-6A37-C54B-BF35-1C75275C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00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DBB6D7-5882-8043-9A33-12CAC6FAC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2F62E-C490-4A41-9797-0D75F0D19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E0C85-2484-9643-8B26-858C8F3B9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AA48C-0C55-B148-A801-234F6996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3F322-A70F-6E4B-951E-EA126414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3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D572BA-C4F1-CB44-A0C1-7177BEE3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DD02A-0512-AC41-A3ED-5EF90B241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C8E06-ACB5-AE42-BA86-E70FA1948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058F6-BF5C-904C-8F97-EA90ACBE7CD8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46A0-B2A6-9847-B1F0-6B0E9AACE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62AD6-FE8B-3041-A2A2-D1097BD41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4DF93-9269-C24C-9098-0B92DF047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(null)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(null)"/><Relationship Id="rId4" Type="http://schemas.openxmlformats.org/officeDocument/2006/relationships/image" Target="../media/image3.(null)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(null)"/><Relationship Id="rId2" Type="http://schemas.openxmlformats.org/officeDocument/2006/relationships/image" Target="../media/image6.(null)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(null)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(null)"/><Relationship Id="rId2" Type="http://schemas.openxmlformats.org/officeDocument/2006/relationships/image" Target="../media/image8.(null)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(null)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(null)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(null)"/><Relationship Id="rId4" Type="http://schemas.openxmlformats.org/officeDocument/2006/relationships/image" Target="../media/image11.(null)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(null)"/><Relationship Id="rId2" Type="http://schemas.openxmlformats.org/officeDocument/2006/relationships/image" Target="../media/image12.(null)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(null)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3F32B47-6ED3-9644-B037-5CC9F81C5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396323" y="-3861594"/>
            <a:ext cx="391318" cy="39131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4708BC6-72AD-7549-8A9C-A3E601DF3B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05"/>
          <a:stretch/>
        </p:blipFill>
        <p:spPr>
          <a:xfrm>
            <a:off x="-82459" y="0"/>
            <a:ext cx="4666651" cy="685800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ACC3FCE-19D9-0C4C-9606-C6BFEC072404}"/>
              </a:ext>
            </a:extLst>
          </p:cNvPr>
          <p:cNvCxnSpPr/>
          <p:nvPr/>
        </p:nvCxnSpPr>
        <p:spPr>
          <a:xfrm flipH="1">
            <a:off x="4486656" y="42864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3B899E-F634-D248-981E-D3D34DF4C1E6}"/>
              </a:ext>
            </a:extLst>
          </p:cNvPr>
          <p:cNvCxnSpPr/>
          <p:nvPr/>
        </p:nvCxnSpPr>
        <p:spPr>
          <a:xfrm flipH="1">
            <a:off x="4486656" y="6383736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498ADCA-E9BA-5A48-9323-8B596E51C163}"/>
              </a:ext>
            </a:extLst>
          </p:cNvPr>
          <p:cNvGrpSpPr/>
          <p:nvPr/>
        </p:nvGrpSpPr>
        <p:grpSpPr>
          <a:xfrm>
            <a:off x="4938528" y="17697"/>
            <a:ext cx="4444279" cy="6759076"/>
            <a:chOff x="6036829" y="42864"/>
            <a:chExt cx="4444279" cy="6754176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F927474-F282-284D-9CC2-4005E04905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004" b="1203"/>
            <a:stretch/>
          </p:blipFill>
          <p:spPr>
            <a:xfrm>
              <a:off x="6036829" y="42864"/>
              <a:ext cx="4444279" cy="6754176"/>
            </a:xfrm>
            <a:prstGeom prst="rect">
              <a:avLst/>
            </a:prstGeom>
          </p:spPr>
        </p:pic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7C7C274-B5DC-8547-91A8-5A341BE00409}"/>
                </a:ext>
              </a:extLst>
            </p:cNvPr>
            <p:cNvCxnSpPr/>
            <p:nvPr/>
          </p:nvCxnSpPr>
          <p:spPr>
            <a:xfrm flipH="1">
              <a:off x="6075566" y="68013"/>
              <a:ext cx="97536" cy="3046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927FF10-043E-F94D-9919-5A65765FAAA2}"/>
                </a:ext>
              </a:extLst>
            </p:cNvPr>
            <p:cNvCxnSpPr/>
            <p:nvPr/>
          </p:nvCxnSpPr>
          <p:spPr>
            <a:xfrm flipH="1">
              <a:off x="6083808" y="6383736"/>
              <a:ext cx="97536" cy="3046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9F6F767-884C-1648-9304-D55F513BAF05}"/>
              </a:ext>
            </a:extLst>
          </p:cNvPr>
          <p:cNvCxnSpPr/>
          <p:nvPr/>
        </p:nvCxnSpPr>
        <p:spPr>
          <a:xfrm>
            <a:off x="4540196" y="2592120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5A7F71-488A-F646-A46D-DAEC60CE7049}"/>
              </a:ext>
            </a:extLst>
          </p:cNvPr>
          <p:cNvCxnSpPr/>
          <p:nvPr/>
        </p:nvCxnSpPr>
        <p:spPr>
          <a:xfrm>
            <a:off x="4548438" y="3286387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9AD37C-445B-D142-B1D1-1575FA673A95}"/>
              </a:ext>
            </a:extLst>
          </p:cNvPr>
          <p:cNvCxnSpPr/>
          <p:nvPr/>
        </p:nvCxnSpPr>
        <p:spPr>
          <a:xfrm>
            <a:off x="4543666" y="3992088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C27CA4-2463-314B-94F5-88FC5C6BCF51}"/>
              </a:ext>
            </a:extLst>
          </p:cNvPr>
          <p:cNvCxnSpPr/>
          <p:nvPr/>
        </p:nvCxnSpPr>
        <p:spPr>
          <a:xfrm>
            <a:off x="4543666" y="4681517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01DC36A-A673-274B-972E-D347B8240760}"/>
              </a:ext>
            </a:extLst>
          </p:cNvPr>
          <p:cNvCxnSpPr/>
          <p:nvPr/>
        </p:nvCxnSpPr>
        <p:spPr>
          <a:xfrm>
            <a:off x="4542922" y="5399542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1B3306-0B92-7145-B5DF-C70313D83C3D}"/>
              </a:ext>
            </a:extLst>
          </p:cNvPr>
          <p:cNvCxnSpPr/>
          <p:nvPr/>
        </p:nvCxnSpPr>
        <p:spPr>
          <a:xfrm>
            <a:off x="4541193" y="6088971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9B15F5B-752D-AA4A-9007-28F34542A2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304" r="31331"/>
          <a:stretch/>
        </p:blipFill>
        <p:spPr>
          <a:xfrm rot="16200000">
            <a:off x="3041582" y="-1653548"/>
            <a:ext cx="1492118" cy="56236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9186D56-B117-AD4C-9676-83EC713950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8540" y="6808256"/>
            <a:ext cx="1750403" cy="4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68BCCB-72FD-5143-ACBA-6D23DDE96E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40" r="28803" b="10882"/>
          <a:stretch/>
        </p:blipFill>
        <p:spPr>
          <a:xfrm>
            <a:off x="-1" y="137462"/>
            <a:ext cx="4214448" cy="667454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12CAA0-CD6B-5546-8249-103734F42B11}"/>
              </a:ext>
            </a:extLst>
          </p:cNvPr>
          <p:cNvCxnSpPr/>
          <p:nvPr/>
        </p:nvCxnSpPr>
        <p:spPr>
          <a:xfrm flipH="1">
            <a:off x="4135864" y="90164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75992D6-429D-D642-9A8F-A9DF4FA43E59}"/>
              </a:ext>
            </a:extLst>
          </p:cNvPr>
          <p:cNvCxnSpPr>
            <a:cxnSpLocks/>
          </p:cNvCxnSpPr>
          <p:nvPr/>
        </p:nvCxnSpPr>
        <p:spPr>
          <a:xfrm flipH="1">
            <a:off x="4680261" y="90164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7446DBE-8EF8-F247-A348-99DC9C0CE4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72" t="1379" b="1008"/>
          <a:stretch/>
        </p:blipFill>
        <p:spPr>
          <a:xfrm>
            <a:off x="4746958" y="189414"/>
            <a:ext cx="4225160" cy="662259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EFDC98-6EF1-CD4A-BD0C-FEBC5BCF9F35}"/>
              </a:ext>
            </a:extLst>
          </p:cNvPr>
          <p:cNvCxnSpPr/>
          <p:nvPr/>
        </p:nvCxnSpPr>
        <p:spPr>
          <a:xfrm>
            <a:off x="4256349" y="2647140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B57D75-5058-E044-B535-4D9F28B3AA5B}"/>
              </a:ext>
            </a:extLst>
          </p:cNvPr>
          <p:cNvCxnSpPr/>
          <p:nvPr/>
        </p:nvCxnSpPr>
        <p:spPr>
          <a:xfrm>
            <a:off x="4256349" y="3304036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A3E7EE-83A6-BD46-A1A6-21F600DEBCF1}"/>
              </a:ext>
            </a:extLst>
          </p:cNvPr>
          <p:cNvCxnSpPr/>
          <p:nvPr/>
        </p:nvCxnSpPr>
        <p:spPr>
          <a:xfrm>
            <a:off x="4256349" y="4045016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F42610-074F-B543-8DB0-31C44D84531B}"/>
              </a:ext>
            </a:extLst>
          </p:cNvPr>
          <p:cNvCxnSpPr/>
          <p:nvPr/>
        </p:nvCxnSpPr>
        <p:spPr>
          <a:xfrm>
            <a:off x="4256349" y="4707167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2ACAEC-8FCD-E143-934A-80D7D7070414}"/>
              </a:ext>
            </a:extLst>
          </p:cNvPr>
          <p:cNvCxnSpPr/>
          <p:nvPr/>
        </p:nvCxnSpPr>
        <p:spPr>
          <a:xfrm>
            <a:off x="4256349" y="5448146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B8B002-AB08-6142-B545-FC16A2EA99E6}"/>
              </a:ext>
            </a:extLst>
          </p:cNvPr>
          <p:cNvCxnSpPr/>
          <p:nvPr/>
        </p:nvCxnSpPr>
        <p:spPr>
          <a:xfrm>
            <a:off x="4256349" y="6126064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F73DD4-EEEB-DD41-ABF7-88DFEA77928D}"/>
              </a:ext>
            </a:extLst>
          </p:cNvPr>
          <p:cNvCxnSpPr/>
          <p:nvPr/>
        </p:nvCxnSpPr>
        <p:spPr>
          <a:xfrm flipH="1">
            <a:off x="4157788" y="6414649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16A52A-7E05-9447-8F0D-4FA772E68AE8}"/>
              </a:ext>
            </a:extLst>
          </p:cNvPr>
          <p:cNvCxnSpPr/>
          <p:nvPr/>
        </p:nvCxnSpPr>
        <p:spPr>
          <a:xfrm flipH="1">
            <a:off x="4696754" y="6414649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09FBE1A-3484-724B-82FB-95D3C66023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304" r="31331"/>
          <a:stretch/>
        </p:blipFill>
        <p:spPr>
          <a:xfrm rot="16200000">
            <a:off x="2993456" y="-1588644"/>
            <a:ext cx="1492118" cy="56236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251D998-0A8A-C547-9AC6-C96232408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6451" y="6806544"/>
            <a:ext cx="1750403" cy="4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4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005729-7FF0-B14C-8C4B-698C99230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3355" y="185352"/>
            <a:ext cx="4777360" cy="6672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71ED83-02F5-F840-87AA-2F47F4408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070" y="171450"/>
            <a:ext cx="4772345" cy="666564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8B5680-B270-804E-9867-290AC6E76A30}"/>
              </a:ext>
            </a:extLst>
          </p:cNvPr>
          <p:cNvCxnSpPr/>
          <p:nvPr/>
        </p:nvCxnSpPr>
        <p:spPr>
          <a:xfrm flipH="1">
            <a:off x="3374006" y="107679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213C20-C717-1843-B055-F5ED443D71C2}"/>
              </a:ext>
            </a:extLst>
          </p:cNvPr>
          <p:cNvCxnSpPr/>
          <p:nvPr/>
        </p:nvCxnSpPr>
        <p:spPr>
          <a:xfrm flipH="1">
            <a:off x="3872341" y="107679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2D229F-E859-2240-99F1-57F25FBA5B8B}"/>
              </a:ext>
            </a:extLst>
          </p:cNvPr>
          <p:cNvCxnSpPr/>
          <p:nvPr/>
        </p:nvCxnSpPr>
        <p:spPr>
          <a:xfrm flipH="1">
            <a:off x="3352574" y="6329383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A7A1EE-291D-5141-AB3C-0FB22C08DD6E}"/>
              </a:ext>
            </a:extLst>
          </p:cNvPr>
          <p:cNvCxnSpPr/>
          <p:nvPr/>
        </p:nvCxnSpPr>
        <p:spPr>
          <a:xfrm flipH="1">
            <a:off x="3882274" y="6329383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17412B-70EB-DD45-B31A-E59113CD0315}"/>
              </a:ext>
            </a:extLst>
          </p:cNvPr>
          <p:cNvCxnSpPr/>
          <p:nvPr/>
        </p:nvCxnSpPr>
        <p:spPr>
          <a:xfrm>
            <a:off x="3450110" y="2612320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D5EC5F-673B-1F46-9186-D17E09C222A6}"/>
              </a:ext>
            </a:extLst>
          </p:cNvPr>
          <p:cNvCxnSpPr/>
          <p:nvPr/>
        </p:nvCxnSpPr>
        <p:spPr>
          <a:xfrm>
            <a:off x="3450110" y="3264783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463692-CFB6-4A4F-AEE8-07412BD252A2}"/>
              </a:ext>
            </a:extLst>
          </p:cNvPr>
          <p:cNvCxnSpPr/>
          <p:nvPr/>
        </p:nvCxnSpPr>
        <p:spPr>
          <a:xfrm>
            <a:off x="3450110" y="4002970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10B826-BE43-D542-981F-D64B98CFEA9A}"/>
              </a:ext>
            </a:extLst>
          </p:cNvPr>
          <p:cNvCxnSpPr/>
          <p:nvPr/>
        </p:nvCxnSpPr>
        <p:spPr>
          <a:xfrm>
            <a:off x="3457254" y="4655432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7C2175-AECE-F045-9BA9-A501C7E92E07}"/>
              </a:ext>
            </a:extLst>
          </p:cNvPr>
          <p:cNvCxnSpPr/>
          <p:nvPr/>
        </p:nvCxnSpPr>
        <p:spPr>
          <a:xfrm>
            <a:off x="3450110" y="5384095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C35B8AF-7EEF-B04F-BEBF-E7EB2AD3B545}"/>
              </a:ext>
            </a:extLst>
          </p:cNvPr>
          <p:cNvCxnSpPr/>
          <p:nvPr/>
        </p:nvCxnSpPr>
        <p:spPr>
          <a:xfrm>
            <a:off x="3450110" y="6027032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737C932A-71D9-1C44-9D9F-C603EEE23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847429" y="-823060"/>
            <a:ext cx="3150690" cy="445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71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3F32B47-6ED3-9644-B037-5CC9F81C5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396323" y="-3861594"/>
            <a:ext cx="391318" cy="391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E58125-8781-ED4F-A623-248F5F0ED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39009" y="-867456"/>
            <a:ext cx="6072187" cy="8592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F98C7F-28BB-404A-A240-A5614FA00A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9491"/>
          <a:stretch/>
        </p:blipFill>
        <p:spPr>
          <a:xfrm>
            <a:off x="1" y="0"/>
            <a:ext cx="2932386" cy="6858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F1840C5-E400-3341-9F0F-15DA7DEDBDBE}"/>
              </a:ext>
            </a:extLst>
          </p:cNvPr>
          <p:cNvCxnSpPr/>
          <p:nvPr/>
        </p:nvCxnSpPr>
        <p:spPr>
          <a:xfrm>
            <a:off x="2905714" y="2655182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FB9C319-0486-7348-9881-45EBC13E3A38}"/>
              </a:ext>
            </a:extLst>
          </p:cNvPr>
          <p:cNvCxnSpPr/>
          <p:nvPr/>
        </p:nvCxnSpPr>
        <p:spPr>
          <a:xfrm>
            <a:off x="2932387" y="3249016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83010F6-6F66-5E4E-876E-546B9962B580}"/>
              </a:ext>
            </a:extLst>
          </p:cNvPr>
          <p:cNvCxnSpPr/>
          <p:nvPr/>
        </p:nvCxnSpPr>
        <p:spPr>
          <a:xfrm>
            <a:off x="2905714" y="3905913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7C58D9-FB03-ED4D-A090-09E796EFBE50}"/>
              </a:ext>
            </a:extLst>
          </p:cNvPr>
          <p:cNvCxnSpPr/>
          <p:nvPr/>
        </p:nvCxnSpPr>
        <p:spPr>
          <a:xfrm>
            <a:off x="2905714" y="4531278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4D84AE4-ECFF-4947-B2F0-7A0EFFA37C78}"/>
              </a:ext>
            </a:extLst>
          </p:cNvPr>
          <p:cNvCxnSpPr/>
          <p:nvPr/>
        </p:nvCxnSpPr>
        <p:spPr>
          <a:xfrm>
            <a:off x="2905714" y="5188175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6A541D-4E2A-9949-B793-0674F3415F1A}"/>
              </a:ext>
            </a:extLst>
          </p:cNvPr>
          <p:cNvCxnSpPr/>
          <p:nvPr/>
        </p:nvCxnSpPr>
        <p:spPr>
          <a:xfrm>
            <a:off x="2932387" y="5797775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17A16A3-A2FC-5348-B851-CF85D91356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268" r="29114"/>
          <a:stretch/>
        </p:blipFill>
        <p:spPr>
          <a:xfrm rot="16200000">
            <a:off x="2858885" y="-872862"/>
            <a:ext cx="1466193" cy="4756936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2E421E4-B5E5-524B-ACFE-0788DEE6A862}"/>
              </a:ext>
            </a:extLst>
          </p:cNvPr>
          <p:cNvCxnSpPr/>
          <p:nvPr/>
        </p:nvCxnSpPr>
        <p:spPr>
          <a:xfrm flipH="1">
            <a:off x="2866384" y="317732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5A964DC-3FA2-8B4B-9D64-B67DFB542982}"/>
              </a:ext>
            </a:extLst>
          </p:cNvPr>
          <p:cNvCxnSpPr/>
          <p:nvPr/>
        </p:nvCxnSpPr>
        <p:spPr>
          <a:xfrm flipH="1">
            <a:off x="2883619" y="6038377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3659C2-E17C-8441-B56D-F69E29C386C8}"/>
              </a:ext>
            </a:extLst>
          </p:cNvPr>
          <p:cNvCxnSpPr/>
          <p:nvPr/>
        </p:nvCxnSpPr>
        <p:spPr>
          <a:xfrm flipH="1">
            <a:off x="3369818" y="317732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6BDBD6-3AB3-994F-AB2C-BE642C6B6F02}"/>
              </a:ext>
            </a:extLst>
          </p:cNvPr>
          <p:cNvCxnSpPr/>
          <p:nvPr/>
        </p:nvCxnSpPr>
        <p:spPr>
          <a:xfrm flipH="1">
            <a:off x="3396323" y="6038377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94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5E270D-DD8E-2D47-AC81-2A81F45D5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6181" y="0"/>
            <a:ext cx="484621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32E265-33E4-AA48-B2D2-3677AA2C39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366" b="7610"/>
          <a:stretch/>
        </p:blipFill>
        <p:spPr>
          <a:xfrm>
            <a:off x="4404014" y="144434"/>
            <a:ext cx="5673749" cy="67464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74B475-B16F-F245-9419-E1306DFCAF6A}"/>
              </a:ext>
            </a:extLst>
          </p:cNvPr>
          <p:cNvCxnSpPr/>
          <p:nvPr/>
        </p:nvCxnSpPr>
        <p:spPr>
          <a:xfrm flipH="1">
            <a:off x="3765020" y="144434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E9F0AC-6E5E-534A-8251-1A1B2BFB4000}"/>
              </a:ext>
            </a:extLst>
          </p:cNvPr>
          <p:cNvCxnSpPr/>
          <p:nvPr/>
        </p:nvCxnSpPr>
        <p:spPr>
          <a:xfrm flipH="1">
            <a:off x="4329317" y="144434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4B036D-7C8B-B54A-844A-5A7B3179F4A7}"/>
              </a:ext>
            </a:extLst>
          </p:cNvPr>
          <p:cNvCxnSpPr>
            <a:cxnSpLocks/>
          </p:cNvCxnSpPr>
          <p:nvPr/>
        </p:nvCxnSpPr>
        <p:spPr>
          <a:xfrm flipH="1">
            <a:off x="3765020" y="6303496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09D6EA-2823-2B40-987B-621CBB64232F}"/>
              </a:ext>
            </a:extLst>
          </p:cNvPr>
          <p:cNvCxnSpPr/>
          <p:nvPr/>
        </p:nvCxnSpPr>
        <p:spPr>
          <a:xfrm flipH="1">
            <a:off x="4330674" y="6303496"/>
            <a:ext cx="97536" cy="304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D3CF0C-5BE3-5C41-B32A-89750D42B1EF}"/>
              </a:ext>
            </a:extLst>
          </p:cNvPr>
          <p:cNvCxnSpPr/>
          <p:nvPr/>
        </p:nvCxnSpPr>
        <p:spPr>
          <a:xfrm>
            <a:off x="3846790" y="2634160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873FC9-B54C-914F-AF3D-D5F39344A2D5}"/>
              </a:ext>
            </a:extLst>
          </p:cNvPr>
          <p:cNvCxnSpPr/>
          <p:nvPr/>
        </p:nvCxnSpPr>
        <p:spPr>
          <a:xfrm>
            <a:off x="3854474" y="3275292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2EE6CC-3A6A-2E46-BB13-D8596139A4DF}"/>
              </a:ext>
            </a:extLst>
          </p:cNvPr>
          <p:cNvCxnSpPr/>
          <p:nvPr/>
        </p:nvCxnSpPr>
        <p:spPr>
          <a:xfrm>
            <a:off x="3862556" y="3995250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9B0390-C693-5A45-9E02-6BC0EAEBBBFE}"/>
              </a:ext>
            </a:extLst>
          </p:cNvPr>
          <p:cNvCxnSpPr/>
          <p:nvPr/>
        </p:nvCxnSpPr>
        <p:spPr>
          <a:xfrm>
            <a:off x="3862556" y="4641637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57D67A-2832-3543-AB3D-414B9EB21C63}"/>
              </a:ext>
            </a:extLst>
          </p:cNvPr>
          <p:cNvCxnSpPr/>
          <p:nvPr/>
        </p:nvCxnSpPr>
        <p:spPr>
          <a:xfrm>
            <a:off x="3862556" y="5382616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8B6FFB-6AA9-F649-9742-E89306EB05DA}"/>
              </a:ext>
            </a:extLst>
          </p:cNvPr>
          <p:cNvCxnSpPr/>
          <p:nvPr/>
        </p:nvCxnSpPr>
        <p:spPr>
          <a:xfrm>
            <a:off x="3862556" y="6013237"/>
            <a:ext cx="490609" cy="0"/>
          </a:xfrm>
          <a:prstGeom prst="line">
            <a:avLst/>
          </a:prstGeom>
          <a:ln w="12700">
            <a:solidFill>
              <a:srgbClr val="A897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8BB20D4F-DCA9-B048-95BE-AC3A627700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268" r="29114"/>
          <a:stretch/>
        </p:blipFill>
        <p:spPr>
          <a:xfrm rot="16200000">
            <a:off x="3386665" y="-1657101"/>
            <a:ext cx="1885303" cy="611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68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Jean Louis Raisaro</cp:lastModifiedBy>
  <cp:revision>16</cp:revision>
  <cp:lastPrinted>2018-05-03T09:42:27Z</cp:lastPrinted>
  <dcterms:created xsi:type="dcterms:W3CDTF">2018-05-03T09:36:58Z</dcterms:created>
  <dcterms:modified xsi:type="dcterms:W3CDTF">2018-05-16T16:24:27Z</dcterms:modified>
</cp:coreProperties>
</file>